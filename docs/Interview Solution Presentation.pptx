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RecargaPay – Technical Assessment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PostgreSQL 17 · Redis 7 · Docker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· Distributed Redis Lock · Redis Cache · Historical Balance O(log 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REST API for digital wallets: deposit, withdraw, transfer, current balance and historical balance.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3444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6499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PostgreSQL 17 · Redis 7 · Flyway · Testcontainers · Springdoc OpenAPI 3.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23444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4535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with explicit wallet ↔ transaction boundary, ready to be extracted to microservices.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Modular Monolith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WalletRepository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(entity)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DTOs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26517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WalletComponent 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TransactionRepository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(entity)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265176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DistributedLockService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CacheConfig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/ Exceptions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-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85546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WalletComponent = integration proxy. Replaced by Feign/RestClient when extracting to microservices — no changes to TransactionService.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Lock with Redis (DA-02 · DA-03)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wallet:lock:{id} {uuid} NX PX 10000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NX: atomic, only sets if key does not exist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PX 10s: TTL protects against crash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locked → retry every 50ms for up to 5s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Timeout: LockAcquisitionException → HTTP 409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10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operation inside the lock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2336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416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via atomic Lua script: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get(key)==uuid then del(key)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the lock owner can release 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344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DA-03 — Release after TX 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DA-03: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→ modify → release → [TX pending] → another thread reads stale balance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DA-03: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→ modify → TX commits → release → another thread reads correct balance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4114800" cy="914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Prevention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9359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A→B and B→A transfers deadlock if locks are acquired out of order.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always acquire locks in ascending UUID order.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sortedIds = [sourceId, destId].stream().sorted().toList()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PostgreSQL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023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52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tb_wallet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(PK)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UUID  UNIQUE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  VARCHAR(3)  'BRL'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(balance &gt;= 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0233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52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tb_transaction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(PK)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wallet_id  UUID (FK)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DEPOSIT | WITHDRAWAL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TRANSFER_IN | TRANSFER_OUT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balance_after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reference_id  UUID (nullable)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VARCHAR(255)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(amount &gt; 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(balance_after &gt;= 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reference_id: TRANSFER_OUT.id ↔ TRANSFER_IN.id — bidirectional link between the two records of a transfer.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Balance &amp; Redis Cache (DA-04)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605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Balance — O(log 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DA-04: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balance_after denormalized on every transaction eliminates replay.
</a:t>
            </a:r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
</a:t>
            </a:r>
            <a:pPr indent="0" marL="0">
              <a:buNone/>
            </a:pPr>
            <a:r>
              <a:rPr lang="en-US" sz="10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balance_after FROM tb_transaction
WHERE wallet_id = :id
  AND created_at &lt;= :ts
ORDER BY created_at DESC
LIMIT 1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(wallet_id, created_at) guarantees O(log 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transaction exists before the timestamp → returns zero balance.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— Wallet Entity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0512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585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22585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wallets::{walletId}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78608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426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962656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266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302666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@class (polymorphic)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346704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107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4107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0752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947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79476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(read)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@CachePut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417880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write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498848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5628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@CacheEvict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456285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transaction operation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— Endpoints REST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685800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435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12618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wallet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9344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168249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16824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wallet details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29968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84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10312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/api/v1/wallets/{walletId}/balance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450592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05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5237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/api/v1/wallets/{walletId}/balance/history?at=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252374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at a point in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871216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71216"/>
            <a:ext cx="685800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26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294436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/api/v1/wallets/{walletId}/deposit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29443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91840"/>
            <a:ext cx="685800" cy="3749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467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36499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/api/v1/wallets/{walletId}/withdraw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33649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funds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712464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12464"/>
            <a:ext cx="685800" cy="37490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" y="378561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/api/v1/wallets/transfer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0" y="378561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(atomic, anti-deadlock)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133088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87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" y="420624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/api/v1/wallets/{walletId}/transactions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26480" y="42062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transaction history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53712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553712"/>
            <a:ext cx="685800" cy="3749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085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4128" y="462686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26480" y="46268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RFC 7807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56692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710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WalletNotFoundException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not found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55648"/>
            <a:ext cx="5669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470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922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WalletAlreadyExistsException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0116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already has a wallet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7685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76856"/>
            <a:ext cx="5669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68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313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LockAcquisitionException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5328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high load — lock not acquired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2395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98064"/>
            <a:ext cx="56692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895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422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8346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0540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funds for withdrawal/transfer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29169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1927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19272"/>
            <a:ext cx="566928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3558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InvalidRequestException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5753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violation (e.g. transfer to self)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06440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840480"/>
            <a:ext cx="566928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319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877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MethodArgumentNotValidException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096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— per-field error map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0644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6168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61688"/>
            <a:ext cx="566928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53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" y="43982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4400" y="4617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0644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8554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 responses follow RFC 7807 (ProblemDetail) — type, title, status, detail, instance.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0" y="1234440"/>
            <a:ext cx="32918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63240" y="1298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~60%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6550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logic · Edge cases · Mockito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23500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~30%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27066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· Real PostgreSQL · Real Redis · TX behavior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85953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401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API  ~10%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581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Spring Boot Test · MockMvc · OpenAPI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16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creation · duplicate · insufficient funds · transfer to self · deadlock prevention · historical balance (past timestamp) · paginated history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 &amp; Deploy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 pool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localhost:5432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localhost:6379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8595360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505456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2024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8595360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2024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9496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1371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57600"/>
            <a:ext cx="8595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599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Swagger UI → http://localhost:8080/swagger-ui.html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Redoc   → http://localhost:8080/redoc.html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&amp; Trade-offs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25880"/>
            <a:ext cx="56692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WalletComponent isolates the boundary — extractable to microservices without changing TransactionService.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325880"/>
            <a:ext cx="566928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25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1383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lock vs. DB 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55064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NX PX — works in any topology. SELECT FOR UPDATE breaks in microservices.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78024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78024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569464"/>
            <a:ext cx="56692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694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after commit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89864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TransactionSynchronization.afterCompletion eliminates the read-after-write inconsistency window.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478024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78024"/>
            <a:ext cx="73152" cy="10972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569464"/>
            <a:ext cx="566928" cy="23774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694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balance_after denorm.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89864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history lookup vs O(n) replay. Trade-off: extra storage per transaction record.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21608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21608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813048"/>
            <a:ext cx="56692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13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constraints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14223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in schema as a second line of defence — guards against bugs and direct DB access.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721608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21608"/>
            <a:ext cx="73152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13048"/>
            <a:ext cx="56692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13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Scope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/ rate limit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414223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OAuth2/JWT and sliding-window rate limiting are production steps — out of scope for this 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— Proposed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76672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" y="12618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52728" y="15727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5727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828800"/>
            <a:ext cx="4389120" cy="5120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847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1214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· response shaping · client contract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" y="19568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2340864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596896"/>
            <a:ext cx="3657600" cy="512064"/>
          </a:xfrm>
          <a:prstGeom prst="rect">
            <a:avLst/>
          </a:prstGeom>
          <a:solidFill>
            <a:srgbClr val="6B21A8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889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rate limiting · routing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" y="27249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53912" y="1572768"/>
            <a:ext cx="0" cy="1280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29200" y="2852928"/>
            <a:ext cx="11247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468880" y="3108960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364992"/>
            <a:ext cx="256032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balance ·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364992"/>
            <a:ext cx="2103120" cy="512064"/>
          </a:xfrm>
          <a:prstGeom prst="rect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657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364992"/>
            <a:ext cx="192024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transaction-service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657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· withdraw · transfer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" y="34930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03520" y="3621024"/>
            <a:ext cx="2743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468880" y="3877056"/>
            <a:ext cx="0" cy="2194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43400" y="3877056"/>
            <a:ext cx="0" cy="2194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4096512"/>
            <a:ext cx="2560320" cy="347472"/>
          </a:xfrm>
          <a:prstGeom prst="rect">
            <a:avLst/>
          </a:prstGeom>
          <a:solidFill>
            <a:srgbClr val="0A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4096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4096512"/>
            <a:ext cx="1920240" cy="347472"/>
          </a:xfrm>
          <a:prstGeom prst="rect">
            <a:avLst/>
          </a:prstGeom>
          <a:solidFill>
            <a:srgbClr val="0A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" y="41513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371600" y="4608576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7088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call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4608576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041648" y="4517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BFF / external call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273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Redis locks · Cache · Tests with Testcontainers · ~7h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840480"/>
            <a:ext cx="14630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94560" y="3840480"/>
            <a:ext cx="14630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86200" y="3840480"/>
            <a:ext cx="14630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3840480"/>
            <a:ext cx="1463040" cy="7132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3840480"/>
            <a:ext cx="14630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7807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github.com/afamorim/wallet-service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Service — RecargaPay</dc:title>
  <dc:subject>PptxGenJS Presentation</dc:subject>
  <dc:creator>Amorim</dc:creator>
  <cp:lastModifiedBy>Amorim</cp:lastModifiedBy>
  <cp:revision>1</cp:revision>
  <dcterms:created xsi:type="dcterms:W3CDTF">2026-04-17T01:24:07Z</dcterms:created>
  <dcterms:modified xsi:type="dcterms:W3CDTF">2026-04-17T01:24:07Z</dcterms:modified>
</cp:coreProperties>
</file>