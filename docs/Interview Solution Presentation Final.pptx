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6459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27432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945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Service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RecargaPay – Technical Assessment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3611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 · Spring Boot 4 · PostgreSQL 17 · Redis 7 · Docker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 Modular · Lock Distribuído Redis · Cache Redis · Saldo Histórico O(log n)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65176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5087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94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Purpose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4632" y="2633472"/>
            <a:ext cx="23225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mission-critical para carteiras digitais: depósito, saque, transferência, saldo atual e histórico.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12344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234440"/>
            <a:ext cx="26517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50876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194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64992" y="2633472"/>
            <a:ext cx="23225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 · Spring Boot 4 · PostgreSQL 17 · Redis 7 · Flyway · Testcontainers · Springdoc OpenAPI 3.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80760" y="12344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1234440"/>
            <a:ext cx="265176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50876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194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45352" y="2633472"/>
            <a:ext cx="23225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 modular com fronteira explícita wallet ↔ transaction, preparado para extração a microserviços.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— Monolito Modular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651760" cy="35661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6517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527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Module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WalletController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WalletService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WalletRepository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(entity)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de request/response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51760" cy="35661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234440"/>
            <a:ext cx="265176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527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Module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719072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TransactionController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TransactionService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WalletComponent ⬡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TransactionRepository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(entity)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234440"/>
            <a:ext cx="2651760" cy="35661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34440"/>
            <a:ext cx="265176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2527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Module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719072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DistributedLockService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CacheConfig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GlobalExceptionHandler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/ Exceptions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2926080"/>
            <a:ext cx="-457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855464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WalletComponent = proxy de integração. Substituído por Feign/RestClient na migração para microserviços — sem alterar TransactionService.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Distribuído com Redis (DA-02 · DA-03)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1148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Aquisição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470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wallet:lock:{id} {uuid} NX PX 10000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NX: atômico, só define se não existir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PX 10s: TTL protege contra crash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560320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7860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5603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bloqueado → retry a cada 50ms por 5s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Timeout: LockAcquisitionException → HTTP 409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291840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31012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2918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a operação dentro do lock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023360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04164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0233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via Lua script atômico: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get(key)==uuid then del(key) 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Só o dono pode liberar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2344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234440"/>
            <a:ext cx="41148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DA-03 — Release após TX Commit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17830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Sem DA-03: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→ modifica → libera → [TX pendente] → outra thread lê saldo errado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 DA-03: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→ modifica → TX commita → libera → outra thread lê saldo correto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0632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63240"/>
            <a:ext cx="4114800" cy="9144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200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 de Deadlock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3593592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A→B e B→A simultâneos causam deadlock se locks adquiridos fora de ordem.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adquirir locks sempre em ordem crescente de UUID.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sortedIds = [sourceId, destId].stream().sorted().toList()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PostgreSQL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023360" cy="35661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4023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527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tb_wallet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UUID (PK)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 UUID  UNIQUE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 DECIMAL(19,4)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  VARCHAR(3)  'BRL'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 TIMESTAMPTZ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updated_at  TIMESTAMPTZ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 CHECK (balance &gt;= 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35661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34440"/>
            <a:ext cx="402336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2527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tb_transaction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73736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UUID (PK)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wallet_id  UUID (FK)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 DEPOSIT | WITHDRAWAL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TRANSFER_IN | TRANSFER_OUT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  DECIMAL(19,4)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balance_after  DECIMAL(19,4)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reference_id  UUID (nullable)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 VARCHAR(255)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 TIMESTAMPTZ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 CHECK (amount &gt; 0)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 CHECK (balance_after &gt;= 0)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4818888"/>
            <a:ext cx="8503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reference_id: TRANSFER_OUT.id ↔ TRANSFER_IN.id — vínculo bidirecional entre os dois registros de uma transferência.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Histórico &amp; Cache Redis (DA-04)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16052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Histórico — O(log 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DA-04: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balance_after desnormalizado em cada transação elimina replay.
</a:t>
            </a:r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Consulta:
</a:t>
            </a:r>
            <a:pPr indent="0" marL="0">
              <a:buNone/>
            </a:pPr>
            <a:r>
              <a:rPr lang="en-US" sz="1050" dirty="0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balance_after FROM tb_transaction
WHERE wallet_id = :id
  AND created_at &lt;= :ts
ORDER BY created_at DESC
LIMIT 1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composto (wallet_id, created_at) garante O(log n).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nenhuma transação existe antes do timestamp → retorna saldo zero.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234440"/>
            <a:ext cx="41148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Redis — Wallet Entity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810512"/>
            <a:ext cx="397764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7452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name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55080" y="187452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194560"/>
            <a:ext cx="3977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2585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55080" y="2258568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wallets::{walletId}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578608"/>
            <a:ext cx="397764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64261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55080" y="2642616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962656"/>
            <a:ext cx="3977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02666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Serialização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55080" y="3026664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@class (polimórfico)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346704"/>
            <a:ext cx="397764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41071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55080" y="341071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desativados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3730752"/>
            <a:ext cx="3977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79476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@Cacheable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55080" y="379476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findById (leitura)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4114800"/>
            <a:ext cx="397764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417880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@CachePut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55080" y="4178808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qualquer escrita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4498848"/>
            <a:ext cx="3977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56285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@CacheEvict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55080" y="4562856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operação de transação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 — Endpoints REST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374904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685800" cy="3749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4358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" y="12618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/api/v1/wallets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26480" y="126187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nova carteira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609344"/>
            <a:ext cx="8595360" cy="374904"/>
          </a:xfrm>
          <a:prstGeom prst="rect">
            <a:avLst/>
          </a:prstGeom>
          <a:solidFill>
            <a:srgbClr val="16253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09344"/>
            <a:ext cx="685800" cy="3749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642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1682496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/api/v1/wallets/{walletId}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26480" y="168249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dados da carteira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029968"/>
            <a:ext cx="8595360" cy="374904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029968"/>
            <a:ext cx="685800" cy="3749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0848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4128" y="210312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/api/v1/wallets/{walletId}/balance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0" y="210312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atual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450592"/>
            <a:ext cx="8595360" cy="374904"/>
          </a:xfrm>
          <a:prstGeom prst="rect">
            <a:avLst/>
          </a:prstGeom>
          <a:solidFill>
            <a:srgbClr val="16253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450592"/>
            <a:ext cx="685800" cy="3749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5054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" y="2523744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/api/v1/wallets/{walletId}/balance/history?at=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26480" y="252374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em ponto no tempo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871216"/>
            <a:ext cx="8595360" cy="374904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871216"/>
            <a:ext cx="685800" cy="3749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9260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24128" y="2944368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/api/v1/wallets/{walletId}/deposit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26480" y="294436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Deposita valor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291840"/>
            <a:ext cx="8595360" cy="374904"/>
          </a:xfrm>
          <a:prstGeom prst="rect">
            <a:avLst/>
          </a:prstGeom>
          <a:solidFill>
            <a:srgbClr val="16253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291840"/>
            <a:ext cx="685800" cy="3749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34670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24128" y="336499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/api/v1/wallets/{walletId}/withdraw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26480" y="336499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 valor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3712464"/>
            <a:ext cx="8595360" cy="374904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712464"/>
            <a:ext cx="685800" cy="374904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7673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24128" y="3785616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/api/v1/wallets/transfer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0" y="378561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 (atômico, anti-deadlock)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4133088"/>
            <a:ext cx="8595360" cy="374904"/>
          </a:xfrm>
          <a:prstGeom prst="rect">
            <a:avLst/>
          </a:prstGeom>
          <a:solidFill>
            <a:srgbClr val="16253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133088"/>
            <a:ext cx="685800" cy="3749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187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24128" y="420624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/api/v1/wallets/{walletId}/transactions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26480" y="420624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paginado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4320" y="4553712"/>
            <a:ext cx="8595360" cy="374904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4553712"/>
            <a:ext cx="685800" cy="3749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60857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24128" y="4626864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/actuator/health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126480" y="462686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Erros — RFC 7807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566928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258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7101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WalletNotFoundException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não encontrada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06440" y="13533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ProblemDetail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755648"/>
            <a:ext cx="85953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755648"/>
            <a:ext cx="56692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470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409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17922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WalletAlreadyExistsException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01168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já possui carteira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06440" y="1874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ProblemDetail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276856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276856"/>
            <a:ext cx="56692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3682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409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3134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LockAcquisitionException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253288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sob alta carga — lock não obtido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06440" y="2395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ProblemDetail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798064"/>
            <a:ext cx="85953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798064"/>
            <a:ext cx="566928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8895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422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283464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InsufficientFundsException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05409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insuficiente para saque/transferência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06440" y="291693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ProblemDetail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319272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319272"/>
            <a:ext cx="566928" cy="4572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4107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400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" y="33558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InvalidRequestException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357530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negócio violada (ex.: transferência para si mesmo)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806440" y="34381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ProblemDetail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840480"/>
            <a:ext cx="85953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840480"/>
            <a:ext cx="566928" cy="4572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9319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400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" y="387705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MethodArgumentNotValidException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40965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— mapa de erros por campo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806440" y="39593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ProblemDetail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361688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361688"/>
            <a:ext cx="566928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4531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500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4400" y="439826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 (fallback)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14400" y="46177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inesperado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806440" y="44805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ProblemDetail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85546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respostas de erro seguem RFC 7807 (ProblemDetail) — type, title, status, detail, instance.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Testes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926080" y="1234440"/>
            <a:ext cx="329184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63240" y="12984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 ~60%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63240" y="165506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serviço · Edge cases · Mockito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235000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 ~30%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270662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· PostgreSQL real · Redis real · TX behavior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337560"/>
            <a:ext cx="859536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3401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/ API  ~10%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758184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Test completo · MockMvc · OpenAPI contract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4389120"/>
            <a:ext cx="8595360" cy="6400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4165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cobertos: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carteira · duplicidade · saldo insuficiente · transferência para si mesmo · prevenção de deadlock · saldo histórico (timestamp anterior) · histórico paginado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por Ambiente &amp; Deploy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618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2618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12618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0" y="12618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Hikari pool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0" y="12618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8595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465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20240" y="17465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localhost:5432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0" y="17465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localhost:6379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94960" y="17465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20" y="17465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084832"/>
            <a:ext cx="8595360" cy="39319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671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20240" y="21671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40480" y="21671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94960" y="21671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32320" y="21671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505456"/>
            <a:ext cx="8595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5877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920240" y="25877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40480" y="25877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94960" y="25877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32320" y="25877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2926080"/>
            <a:ext cx="8595360" cy="39319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0083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920240" y="30083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40480" y="30083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394960" y="30083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132320" y="30083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3657600"/>
            <a:ext cx="8595360" cy="13716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657600"/>
            <a:ext cx="85953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749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05993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spring-boot:run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Swagger UI → http://localhost:8080/swagger-ui.html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Redoc   → http://localhost:8080/redoc.html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Arquiteturais &amp; Trade-offs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73152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325880"/>
            <a:ext cx="566928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258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DA-01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1325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 modular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655064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WalletComponent isola a fronteira — extração para microserviços sem alterar TransactionService.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411480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34440"/>
            <a:ext cx="73152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73752" y="1325880"/>
            <a:ext cx="566928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3258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DA-02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13832" y="1325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Redis vs. DB lock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655064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NX PX — funciona em qualquer topologia. SELECT FOR UPDATE quebra em microserviços.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478024"/>
            <a:ext cx="411480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78024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569464"/>
            <a:ext cx="566928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56946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DA-03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" y="25694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após commit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2898648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TransactionSynchronization.afterCompletion elimina janela de inconsistência read-after-write.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478024"/>
            <a:ext cx="411480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478024"/>
            <a:ext cx="73152" cy="109728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73752" y="2569464"/>
            <a:ext cx="566928" cy="237744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56946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DA-04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25694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balance_after desnorm.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898648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em histórico vs replay O(n). Custo: espaço extra por registro de transação.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721608"/>
            <a:ext cx="411480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21608"/>
            <a:ext cx="73152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3813048"/>
            <a:ext cx="566928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8130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DA-05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" y="3813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no banco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14223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constraints no schema como segunda linha de defesa — protege contra bugs e acessos diretos.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3721608"/>
            <a:ext cx="411480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721608"/>
            <a:ext cx="73152" cy="10972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73752" y="3813048"/>
            <a:ext cx="566928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38130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Scope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13832" y="3813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auth / rate limit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92040" y="414223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OAuth2/JWT e sliding-window rate limiting são passos de produção — fora do escopo do assessment.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— Proposed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5488" y="1170432"/>
            <a:ext cx="1554480" cy="402336"/>
          </a:xfrm>
          <a:prstGeom prst="rect">
            <a:avLst/>
          </a:prstGeom>
          <a:solidFill>
            <a:srgbClr val="1A2E45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704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170432"/>
            <a:ext cx="1554480" cy="402336"/>
          </a:xfrm>
          <a:prstGeom prst="rect">
            <a:avLst/>
          </a:prstGeom>
          <a:solidFill>
            <a:srgbClr val="1A2E45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1704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76672" y="1170432"/>
            <a:ext cx="1554480" cy="402336"/>
          </a:xfrm>
          <a:prstGeom prst="rect">
            <a:avLst/>
          </a:prstGeom>
          <a:solidFill>
            <a:srgbClr val="1A2E45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76672" y="11704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3rd-party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" y="126187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252728" y="157276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3320" y="157276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1828800"/>
            <a:ext cx="4389120" cy="5120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1847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wallet-bff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21214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· response shaping · client contract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" y="195681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66160" y="2340864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2596896"/>
            <a:ext cx="3657600" cy="512064"/>
          </a:xfrm>
          <a:prstGeom prst="rect">
            <a:avLst/>
          </a:prstGeom>
          <a:solidFill>
            <a:srgbClr val="6B21A8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2615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wallet-gateway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28895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rate limiting · routing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" y="27249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53912" y="1572768"/>
            <a:ext cx="0" cy="1280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029200" y="2852928"/>
            <a:ext cx="112471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468880" y="3108960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108960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3364992"/>
            <a:ext cx="2560320" cy="512064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3383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wallet-service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88720" y="3657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balance · history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77840" y="3364992"/>
            <a:ext cx="2103120" cy="512064"/>
          </a:xfrm>
          <a:prstGeom prst="rect">
            <a:avLst/>
          </a:prstGeom>
          <a:solidFill>
            <a:srgbClr val="9240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3383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exchange-gateway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36576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rates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83280" y="3364992"/>
            <a:ext cx="1920240" cy="512064"/>
          </a:xfrm>
          <a:prstGeom prst="rect">
            <a:avLst/>
          </a:prstGeom>
          <a:solidFill>
            <a:srgbClr val="1A2E4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383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transaction-service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83280" y="3657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· withdraw · transfer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3152" y="349300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303520" y="3621024"/>
            <a:ext cx="2743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2468880" y="3877056"/>
            <a:ext cx="0" cy="21945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43400" y="3877056"/>
            <a:ext cx="0" cy="21945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88720" y="4096512"/>
            <a:ext cx="2560320" cy="347472"/>
          </a:xfrm>
          <a:prstGeom prst="rect">
            <a:avLst/>
          </a:prstGeom>
          <a:solidFill>
            <a:srgbClr val="0A1E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0" y="40965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383280" y="4096512"/>
            <a:ext cx="1920240" cy="347472"/>
          </a:xfrm>
          <a:prstGeom prst="rect">
            <a:avLst/>
          </a:prstGeom>
          <a:solidFill>
            <a:srgbClr val="0A1E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40965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152" y="415137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371600" y="4608576"/>
            <a:ext cx="411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47088" y="45171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call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566160" y="4608576"/>
            <a:ext cx="411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4041648" y="45171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BFF / external call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73152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14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32735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 · Spring Boot 4 · Redis locks · Cache · Testes com Testcontainers · ~7h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3840480"/>
            <a:ext cx="146304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858768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94560" y="3840480"/>
            <a:ext cx="146304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94560" y="3858768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Redis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Distribuído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86200" y="3840480"/>
            <a:ext cx="1463040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86200" y="3858768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577840" y="3840480"/>
            <a:ext cx="1463040" cy="71323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3858768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269480" y="3840480"/>
            <a:ext cx="146304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69480" y="3858768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7807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github.com/afamorim/wallet-service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Wallet Service — RecargaPay</dc:title>
  <dc:subject>PptxGenJS Presentation</dc:subject>
  <dc:creator>Amorim</dc:creator>
  <cp:lastModifiedBy>Amorim</cp:lastModifiedBy>
  <cp:revision>1</cp:revision>
  <dcterms:created xsi:type="dcterms:W3CDTF">2026-04-16T11:44:52Z</dcterms:created>
  <dcterms:modified xsi:type="dcterms:W3CDTF">2026-04-16T11:44:52Z</dcterms:modified>
</cp:coreProperties>
</file>